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60" r:id="rId4"/>
    <p:sldId id="264" r:id="rId5"/>
    <p:sldId id="261" r:id="rId6"/>
    <p:sldId id="262" r:id="rId7"/>
    <p:sldId id="263" r:id="rId8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2115F-E605-4C91-A52C-60D51E5B6CFA}" v="4" dt="2026-10-20T11:21:01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a Jagadeesh" userId="c180f5519931dd71" providerId="LiveId" clId="{9041B0F3-3732-45AE-9920-104FDB0E454F}"/>
    <pc:docChg chg="undo custSel addSld delSld modSld">
      <pc:chgData name="Varsha Jagadeesh" userId="c180f5519931dd71" providerId="LiveId" clId="{9041B0F3-3732-45AE-9920-104FDB0E454F}" dt="2026-10-20T11:24:04.145" v="468" actId="20577"/>
      <pc:docMkLst>
        <pc:docMk/>
      </pc:docMkLst>
      <pc:sldChg chg="addSp delSp modSp mod">
        <pc:chgData name="Varsha Jagadeesh" userId="c180f5519931dd71" providerId="LiveId" clId="{9041B0F3-3732-45AE-9920-104FDB0E454F}" dt="2026-10-20T11:24:04.145" v="468" actId="20577"/>
        <pc:sldMkLst>
          <pc:docMk/>
          <pc:sldMk cId="1562671438" sldId="257"/>
        </pc:sldMkLst>
        <pc:spChg chg="add mod">
          <ac:chgData name="Varsha Jagadeesh" userId="c180f5519931dd71" providerId="LiveId" clId="{9041B0F3-3732-45AE-9920-104FDB0E454F}" dt="2026-10-20T11:24:04.145" v="468" actId="20577"/>
          <ac:spMkLst>
            <pc:docMk/>
            <pc:sldMk cId="1562671438" sldId="257"/>
            <ac:spMk id="2" creationId="{2719AD2D-A58D-CB01-5062-8F6BE192F7B1}"/>
          </ac:spMkLst>
        </pc:spChg>
        <pc:spChg chg="add mod">
          <ac:chgData name="Varsha Jagadeesh" userId="c180f5519931dd71" providerId="LiveId" clId="{9041B0F3-3732-45AE-9920-104FDB0E454F}" dt="2026-10-15T12:46:33.188" v="92" actId="20577"/>
          <ac:spMkLst>
            <pc:docMk/>
            <pc:sldMk cId="1562671438" sldId="257"/>
            <ac:spMk id="3" creationId="{E575518F-4C9B-BCB3-F75C-EF922B5A12D8}"/>
          </ac:spMkLst>
        </pc:spChg>
      </pc:sldChg>
      <pc:sldChg chg="addSp delSp modSp mod">
        <pc:chgData name="Varsha Jagadeesh" userId="c180f5519931dd71" providerId="LiveId" clId="{9041B0F3-3732-45AE-9920-104FDB0E454F}" dt="2026-10-15T12:46:21.547" v="76" actId="20577"/>
        <pc:sldMkLst>
          <pc:docMk/>
          <pc:sldMk cId="59410029" sldId="259"/>
        </pc:sldMkLst>
        <pc:spChg chg="add mod">
          <ac:chgData name="Varsha Jagadeesh" userId="c180f5519931dd71" providerId="LiveId" clId="{9041B0F3-3732-45AE-9920-104FDB0E454F}" dt="2026-10-15T12:46:21.547" v="76" actId="20577"/>
          <ac:spMkLst>
            <pc:docMk/>
            <pc:sldMk cId="59410029" sldId="259"/>
            <ac:spMk id="6" creationId="{CF56D7C7-A9D7-28C1-7488-39C014347EF6}"/>
          </ac:spMkLst>
        </pc:spChg>
      </pc:sldChg>
      <pc:sldChg chg="addSp delSp modSp new mod">
        <pc:chgData name="Varsha Jagadeesh" userId="c180f5519931dd71" providerId="LiveId" clId="{9041B0F3-3732-45AE-9920-104FDB0E454F}" dt="2026-10-15T12:45:31.455" v="15" actId="255"/>
        <pc:sldMkLst>
          <pc:docMk/>
          <pc:sldMk cId="3335473444" sldId="260"/>
        </pc:sldMkLst>
        <pc:spChg chg="add mod">
          <ac:chgData name="Varsha Jagadeesh" userId="c180f5519931dd71" providerId="LiveId" clId="{9041B0F3-3732-45AE-9920-104FDB0E454F}" dt="2026-10-15T12:45:31.455" v="15" actId="255"/>
          <ac:spMkLst>
            <pc:docMk/>
            <pc:sldMk cId="3335473444" sldId="260"/>
            <ac:spMk id="2" creationId="{7A5670D9-947E-8FDB-C184-682BEB0C00CA}"/>
          </ac:spMkLst>
        </pc:spChg>
        <pc:picChg chg="add mod">
          <ac:chgData name="Varsha Jagadeesh" userId="c180f5519931dd71" providerId="LiveId" clId="{9041B0F3-3732-45AE-9920-104FDB0E454F}" dt="2026-10-13T15:40:07.404" v="3" actId="931"/>
          <ac:picMkLst>
            <pc:docMk/>
            <pc:sldMk cId="3335473444" sldId="260"/>
            <ac:picMk id="5" creationId="{D13987ED-3A96-3BDE-1322-C4B7B666461A}"/>
          </ac:picMkLst>
        </pc:picChg>
      </pc:sldChg>
      <pc:sldChg chg="addSp modSp new mod">
        <pc:chgData name="Varsha Jagadeesh" userId="c180f5519931dd71" providerId="LiveId" clId="{9041B0F3-3732-45AE-9920-104FDB0E454F}" dt="2026-10-15T13:11:00.713" v="176" actId="1076"/>
        <pc:sldMkLst>
          <pc:docMk/>
          <pc:sldMk cId="176695552" sldId="261"/>
        </pc:sldMkLst>
        <pc:spChg chg="add mod">
          <ac:chgData name="Varsha Jagadeesh" userId="c180f5519931dd71" providerId="LiveId" clId="{9041B0F3-3732-45AE-9920-104FDB0E454F}" dt="2026-10-15T12:47:41.105" v="134" actId="20577"/>
          <ac:spMkLst>
            <pc:docMk/>
            <pc:sldMk cId="176695552" sldId="261"/>
            <ac:spMk id="3" creationId="{315BED2A-53B7-2444-2E21-BF8CD220DAFF}"/>
          </ac:spMkLst>
        </pc:spChg>
        <pc:picChg chg="add mod">
          <ac:chgData name="Varsha Jagadeesh" userId="c180f5519931dd71" providerId="LiveId" clId="{9041B0F3-3732-45AE-9920-104FDB0E454F}" dt="2026-10-15T13:11:00.713" v="176" actId="1076"/>
          <ac:picMkLst>
            <pc:docMk/>
            <pc:sldMk cId="176695552" sldId="261"/>
            <ac:picMk id="5" creationId="{D01F0A50-798E-685C-B1AF-94C893ED8D43}"/>
          </ac:picMkLst>
        </pc:picChg>
      </pc:sldChg>
      <pc:sldChg chg="addSp modSp add mod">
        <pc:chgData name="Varsha Jagadeesh" userId="c180f5519931dd71" providerId="LiveId" clId="{9041B0F3-3732-45AE-9920-104FDB0E454F}" dt="2026-10-20T11:06:58.627" v="323" actId="931"/>
        <pc:sldMkLst>
          <pc:docMk/>
          <pc:sldMk cId="1919218907" sldId="262"/>
        </pc:sldMkLst>
        <pc:spChg chg="mod">
          <ac:chgData name="Varsha Jagadeesh" userId="c180f5519931dd71" providerId="LiveId" clId="{9041B0F3-3732-45AE-9920-104FDB0E454F}" dt="2026-10-15T12:47:48.840" v="157" actId="20577"/>
          <ac:spMkLst>
            <pc:docMk/>
            <pc:sldMk cId="1919218907" sldId="262"/>
            <ac:spMk id="3" creationId="{4BC1D82C-9BF7-10F0-25B6-27094C4B7649}"/>
          </ac:spMkLst>
        </pc:spChg>
        <pc:picChg chg="add mod">
          <ac:chgData name="Varsha Jagadeesh" userId="c180f5519931dd71" providerId="LiveId" clId="{9041B0F3-3732-45AE-9920-104FDB0E454F}" dt="2026-10-20T11:06:58.627" v="323" actId="931"/>
          <ac:picMkLst>
            <pc:docMk/>
            <pc:sldMk cId="1919218907" sldId="262"/>
            <ac:picMk id="4" creationId="{E733EE0D-A12A-C52F-9E74-3173AC3FDA48}"/>
          </ac:picMkLst>
        </pc:picChg>
      </pc:sldChg>
      <pc:sldChg chg="addSp modSp add mod">
        <pc:chgData name="Varsha Jagadeesh" userId="c180f5519931dd71" providerId="LiveId" clId="{9041B0F3-3732-45AE-9920-104FDB0E454F}" dt="2026-10-20T11:03:30.896" v="322" actId="931"/>
        <pc:sldMkLst>
          <pc:docMk/>
          <pc:sldMk cId="1389785202" sldId="263"/>
        </pc:sldMkLst>
        <pc:spChg chg="mod">
          <ac:chgData name="Varsha Jagadeesh" userId="c180f5519931dd71" providerId="LiveId" clId="{9041B0F3-3732-45AE-9920-104FDB0E454F}" dt="2026-10-15T12:47:58.144" v="172" actId="20577"/>
          <ac:spMkLst>
            <pc:docMk/>
            <pc:sldMk cId="1389785202" sldId="263"/>
            <ac:spMk id="3" creationId="{3F8F30C6-01B7-242B-0B8A-88C998F6AE50}"/>
          </ac:spMkLst>
        </pc:spChg>
        <pc:picChg chg="add mod">
          <ac:chgData name="Varsha Jagadeesh" userId="c180f5519931dd71" providerId="LiveId" clId="{9041B0F3-3732-45AE-9920-104FDB0E454F}" dt="2026-10-20T11:03:30.896" v="322" actId="931"/>
          <ac:picMkLst>
            <pc:docMk/>
            <pc:sldMk cId="1389785202" sldId="263"/>
            <ac:picMk id="4" creationId="{5347B0F6-7DAC-0800-7135-5F0D9CBA0958}"/>
          </ac:picMkLst>
        </pc:picChg>
      </pc:sldChg>
      <pc:sldChg chg="addSp delSp modSp add mod">
        <pc:chgData name="Varsha Jagadeesh" userId="c180f5519931dd71" providerId="LiveId" clId="{9041B0F3-3732-45AE-9920-104FDB0E454F}" dt="2026-10-20T11:18:19.916" v="336" actId="1076"/>
        <pc:sldMkLst>
          <pc:docMk/>
          <pc:sldMk cId="1747507332" sldId="264"/>
        </pc:sldMkLst>
        <pc:spChg chg="mod">
          <ac:chgData name="Varsha Jagadeesh" userId="c180f5519931dd71" providerId="LiveId" clId="{9041B0F3-3732-45AE-9920-104FDB0E454F}" dt="2026-10-20T11:11:10.338" v="332" actId="20577"/>
          <ac:spMkLst>
            <pc:docMk/>
            <pc:sldMk cId="1747507332" sldId="264"/>
            <ac:spMk id="2" creationId="{5131ABCC-DA3E-793C-A790-BF3587F7D5EE}"/>
          </ac:spMkLst>
        </pc:spChg>
        <pc:picChg chg="add mod">
          <ac:chgData name="Varsha Jagadeesh" userId="c180f5519931dd71" providerId="LiveId" clId="{9041B0F3-3732-45AE-9920-104FDB0E454F}" dt="2026-10-20T11:18:19.916" v="336" actId="1076"/>
          <ac:picMkLst>
            <pc:docMk/>
            <pc:sldMk cId="1747507332" sldId="264"/>
            <ac:picMk id="4" creationId="{DF7E159C-C353-DFA0-973E-D49EC2C1B395}"/>
          </ac:picMkLst>
        </pc:picChg>
        <pc:picChg chg="del">
          <ac:chgData name="Varsha Jagadeesh" userId="c180f5519931dd71" providerId="LiveId" clId="{9041B0F3-3732-45AE-9920-104FDB0E454F}" dt="2026-10-20T11:11:12.241" v="333" actId="478"/>
          <ac:picMkLst>
            <pc:docMk/>
            <pc:sldMk cId="1747507332" sldId="264"/>
            <ac:picMk id="5" creationId="{0999BFD1-8AE9-765B-E62A-52CE60BC38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55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228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50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1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41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40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84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13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55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4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89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20BD8-7010-4389-A11A-864470F54498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4547F-1B83-4F3F-AC8D-4C84B56C11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97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010640-02B3-9B82-66AD-DB2C822F1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99" y="1629508"/>
            <a:ext cx="10021806" cy="52643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75518F-4C9B-BCB3-F75C-EF922B5A12D8}"/>
              </a:ext>
            </a:extLst>
          </p:cNvPr>
          <p:cNvSpPr txBox="1"/>
          <p:nvPr/>
        </p:nvSpPr>
        <p:spPr>
          <a:xfrm>
            <a:off x="538843" y="653143"/>
            <a:ext cx="221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IPTG reporter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9AD2D-A58D-CB01-5062-8F6BE192F7B1}"/>
              </a:ext>
            </a:extLst>
          </p:cNvPr>
          <p:cNvSpPr txBox="1"/>
          <p:nvPr/>
        </p:nvSpPr>
        <p:spPr>
          <a:xfrm>
            <a:off x="538843" y="7249886"/>
            <a:ext cx="6743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LacI</a:t>
            </a:r>
            <a:r>
              <a:rPr lang="en-GB" dirty="0"/>
              <a:t> produced by cell from </a:t>
            </a:r>
            <a:r>
              <a:rPr lang="en-GB" i="1" dirty="0" err="1"/>
              <a:t>lacI</a:t>
            </a:r>
            <a:r>
              <a:rPr lang="en-GB" dirty="0"/>
              <a:t> gene in </a:t>
            </a:r>
            <a:r>
              <a:rPr lang="en-GB" i="1" dirty="0"/>
              <a:t>lac</a:t>
            </a:r>
            <a:r>
              <a:rPr lang="en-GB" dirty="0"/>
              <a:t> operon in the </a:t>
            </a:r>
            <a:r>
              <a:rPr lang="en-GB" i="1" dirty="0"/>
              <a:t>E. </a:t>
            </a:r>
            <a:r>
              <a:rPr lang="en-GB" i="1"/>
              <a:t>coli </a:t>
            </a:r>
            <a:r>
              <a:rPr lang="en-GB"/>
              <a:t>bacterial </a:t>
            </a:r>
            <a:r>
              <a:rPr lang="en-GB" dirty="0"/>
              <a:t>chromosome.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267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04D804-C4BB-748E-F2BC-6E6474984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170" y="2351821"/>
            <a:ext cx="8501660" cy="44403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B86A26-518F-0C3E-8415-FA41747F5972}"/>
              </a:ext>
            </a:extLst>
          </p:cNvPr>
          <p:cNvSpPr/>
          <p:nvPr/>
        </p:nvSpPr>
        <p:spPr>
          <a:xfrm>
            <a:off x="1249002" y="4009294"/>
            <a:ext cx="4470400" cy="3036275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C9154-5C85-74A9-3A6F-33EF4D8305DF}"/>
              </a:ext>
            </a:extLst>
          </p:cNvPr>
          <p:cNvSpPr/>
          <p:nvPr/>
        </p:nvSpPr>
        <p:spPr>
          <a:xfrm>
            <a:off x="6096000" y="2098430"/>
            <a:ext cx="4470400" cy="4947139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3CED08-F0AF-EABB-7E96-E01DAB3BF5A0}"/>
              </a:ext>
            </a:extLst>
          </p:cNvPr>
          <p:cNvSpPr txBox="1"/>
          <p:nvPr/>
        </p:nvSpPr>
        <p:spPr>
          <a:xfrm>
            <a:off x="3038406" y="7189149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Sender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F32F8-E25D-803D-736B-A8A4C3575D98}"/>
              </a:ext>
            </a:extLst>
          </p:cNvPr>
          <p:cNvSpPr txBox="1"/>
          <p:nvPr/>
        </p:nvSpPr>
        <p:spPr>
          <a:xfrm>
            <a:off x="7853236" y="7189149"/>
            <a:ext cx="1044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Receiver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56D7C7-A9D7-28C1-7488-39C014347EF6}"/>
              </a:ext>
            </a:extLst>
          </p:cNvPr>
          <p:cNvSpPr txBox="1"/>
          <p:nvPr/>
        </p:nvSpPr>
        <p:spPr>
          <a:xfrm>
            <a:off x="538843" y="653143"/>
            <a:ext cx="3948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AHL sender and receiver</a:t>
            </a:r>
          </a:p>
        </p:txBody>
      </p:sp>
    </p:spTree>
    <p:extLst>
      <p:ext uri="{BB962C8B-B14F-4D97-AF65-F5344CB8AC3E}">
        <p14:creationId xmlns:p14="http://schemas.microsoft.com/office/powerpoint/2010/main" val="5941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3987ED-3A96-3BDE-1322-C4B7B6664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1128712"/>
            <a:ext cx="8648700" cy="68865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5670D9-947E-8FDB-C184-682BEB0C00CA}"/>
              </a:ext>
            </a:extLst>
          </p:cNvPr>
          <p:cNvSpPr txBox="1"/>
          <p:nvPr/>
        </p:nvSpPr>
        <p:spPr>
          <a:xfrm>
            <a:off x="538843" y="653143"/>
            <a:ext cx="1655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NOR gate</a:t>
            </a:r>
          </a:p>
        </p:txBody>
      </p:sp>
    </p:spTree>
    <p:extLst>
      <p:ext uri="{BB962C8B-B14F-4D97-AF65-F5344CB8AC3E}">
        <p14:creationId xmlns:p14="http://schemas.microsoft.com/office/powerpoint/2010/main" val="3335473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8CF16-8CE3-92F4-2133-17EB043B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31ABCC-DA3E-793C-A790-BF3587F7D5EE}"/>
              </a:ext>
            </a:extLst>
          </p:cNvPr>
          <p:cNvSpPr txBox="1"/>
          <p:nvPr/>
        </p:nvSpPr>
        <p:spPr>
          <a:xfrm>
            <a:off x="538843" y="653143"/>
            <a:ext cx="1363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Inverter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7E159C-C353-DFA0-973E-D49EC2C1B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1707849"/>
            <a:ext cx="11155680" cy="516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0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5BED2A-53B7-2444-2E21-BF8CD220DAFF}"/>
              </a:ext>
            </a:extLst>
          </p:cNvPr>
          <p:cNvSpPr txBox="1"/>
          <p:nvPr/>
        </p:nvSpPr>
        <p:spPr>
          <a:xfrm>
            <a:off x="538843" y="653143"/>
            <a:ext cx="2244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Toggle switch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F0A50-798E-685C-B1AF-94C893ED8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002" y="394476"/>
            <a:ext cx="7315118" cy="835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1333-6D5A-D01D-A8B3-52AE9AC6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C1D82C-9BF7-10F0-25B6-27094C4B7649}"/>
              </a:ext>
            </a:extLst>
          </p:cNvPr>
          <p:cNvSpPr txBox="1"/>
          <p:nvPr/>
        </p:nvSpPr>
        <p:spPr>
          <a:xfrm>
            <a:off x="538843" y="653143"/>
            <a:ext cx="3868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Negative autoregulation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3EE0D-A12A-C52F-9E74-3173AC3FD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414462"/>
            <a:ext cx="29337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1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0588E-FFAD-E94A-2BCE-36372A93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8F30C6-01B7-242B-0B8A-88C998F6AE50}"/>
              </a:ext>
            </a:extLst>
          </p:cNvPr>
          <p:cNvSpPr txBox="1"/>
          <p:nvPr/>
        </p:nvSpPr>
        <p:spPr>
          <a:xfrm>
            <a:off x="538843" y="653143"/>
            <a:ext cx="2245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/>
              <a:t>Repressilator</a:t>
            </a: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7B0F6-7DAC-0800-7135-5F0D9CBA0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64"/>
            <a:ext cx="12192000" cy="874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85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5113</TotalTime>
  <Words>34</Words>
  <Application>Microsoft Office PowerPoint</Application>
  <PresentationFormat>Custom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Varsha Jagadeesh</dc:creator>
  <cp:lastModifiedBy>Varsha J</cp:lastModifiedBy>
  <cp:revision>2</cp:revision>
  <dcterms:created xsi:type="dcterms:W3CDTF">2026-10-08T11:07:29Z</dcterms:created>
  <dcterms:modified xsi:type="dcterms:W3CDTF">2026-10-20T11:24:06Z</dcterms:modified>
</cp:coreProperties>
</file>