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5" r:id="rId3"/>
    <p:sldId id="258" r:id="rId4"/>
    <p:sldId id="260" r:id="rId5"/>
    <p:sldId id="259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94DF9-6F93-49A6-9AC5-692125B31FBC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5A113-A151-4CA9-9B1A-0DEA5F818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4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Iptg</a:t>
            </a:r>
            <a:r>
              <a:rPr lang="en-GB" dirty="0"/>
              <a:t> reporter?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A113-A151-4CA9-9B1A-0DEA5F8189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50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Sender/receiver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A113-A151-4CA9-9B1A-0DEA5F8189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52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Ara and </a:t>
            </a:r>
            <a:r>
              <a:rPr lang="en-GB" dirty="0" err="1"/>
              <a:t>aTc</a:t>
            </a:r>
            <a:r>
              <a:rPr lang="en-GB" dirty="0"/>
              <a:t> are external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A113-A151-4CA9-9B1A-0DEA5F8189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3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230C-7D8E-D31F-AAC6-0CE22C1B4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44FFC-1C53-8BCD-C094-147CB26C9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00C5C-9A49-DF21-5105-104755F4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20740-704C-C1F1-749D-F0411E58C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DB638-43BB-071B-8B8B-EC0A910F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76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DB62-588D-D921-9464-B6BAF91E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B59C-C3DA-AC5F-844D-82B622946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AF35-5F81-79BE-4131-ACA79A95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2FE33-ADA7-A3D5-F54F-138C154C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EF44A-B20A-F503-8BDE-C6F77F63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12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AC69-2CAD-3977-0E33-025B8891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8B478-1298-584F-BB9C-2614A4F12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17A81-AFD7-05EC-748A-63B922AA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FD2B3-032F-4CF6-EA03-BD15B0EA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58A3-1318-889A-2D8D-69248ECF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9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BFFC-AF24-35CA-ED5F-AA55744D3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5B53A-7157-E638-A1E5-675BF6078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49F24-5C90-4806-1C77-475E464A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2A8BF-CD1D-31EC-1F29-98D43FEA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5AADD-6A01-6FCD-9DB6-40DD6471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798D0-1FB8-B793-A55F-852D711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8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9520-2A3A-5781-37C2-69708635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FFEC-EB4D-DDAC-478E-A0F8C1B9A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B960E-000F-8DE2-71B6-CC3A5E4FF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5A7FB-4642-176D-155F-F02B11DAC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B44EC-4977-6913-8891-8FD25B15B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A2B48-DAAE-8F73-46EA-D54A47C3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E6A3C-85A7-37DD-D8A7-B1CF3AA4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10217-1252-A247-5FDE-5E2617E7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7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1AA6-F898-8412-D40F-F6D23869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1D73C-24EB-6E3C-F6F1-51DD504F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1EABD-276D-C8D8-7373-3B9E71B9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64B09-D339-B8B3-4B90-FBCBE6F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2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6457EB-267B-D78F-B2BB-59CF6C9D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1C97-3F94-3365-A5FD-1A62A1DD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1F42F-8FB5-A60C-5548-73EC5B91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17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25D9-CEBB-5EB7-30F6-74428B2F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3028-C94C-8A45-191F-77FB7583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01072-37AF-AD48-DC9F-008542E38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51D53-8FE2-A067-678A-11BABA64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7C151-5BAD-86C8-614D-8C2D5264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E17B6-E8E0-DB5C-FEE2-CDB110A3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38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56C3-BBF9-6B7E-9BCD-FA156E5B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3D118-967B-3954-9253-0171C9C5D7C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4192A-77B5-258D-3E19-954234D08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91F3A-74A3-9129-3E33-A4AC4F6D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0EE43-E76B-EB01-A615-2731D9BD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31B4C-1929-FDB9-2EE2-98786322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0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DF66-9A08-CFE9-03A9-6D569B70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55085-B22D-84BC-24BA-632ECA748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1818-E215-6D79-9CE9-37840A3E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D806E-ECD9-467D-35DC-089F345D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9651F-41FB-32FD-909E-B0EF2EA0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98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1D1C2-9BFE-7D43-AF0A-6D2FA67A2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B47DB-3515-0728-4F33-EEB1DC8C0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D471-35BF-6572-FF0E-817EA8E8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B797F-7E21-F7FA-A002-97C1452E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2A4F-3F3D-6E00-B4BE-67A36E7D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3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33BD7-96DC-FA38-DBAB-D11F29FE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50DA4-7CAF-E491-9A8B-5E3AF0041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0DC23-9DBA-7B37-23B4-0563AA613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FC3F6-8670-4EE2-A4E5-1DA428F0E21F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5FDBB-8DE0-9A58-1561-55C2A4BA5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0E91-E0B1-C2BC-ADCA-DA4CAADF6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A56EE-7804-4782-A390-41EFF3D175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5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617C3CA-FBD5-9D7A-EF79-0BF08F667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992" y="983554"/>
            <a:ext cx="9794016" cy="47154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EA6E5A-9178-563A-36BF-51741D5DE255}"/>
              </a:ext>
            </a:extLst>
          </p:cNvPr>
          <p:cNvSpPr txBox="1"/>
          <p:nvPr/>
        </p:nvSpPr>
        <p:spPr>
          <a:xfrm>
            <a:off x="3421626" y="5201265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lac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18C21-9051-E735-01C3-88993F3AE08D}"/>
              </a:ext>
            </a:extLst>
          </p:cNvPr>
          <p:cNvSpPr txBox="1"/>
          <p:nvPr/>
        </p:nvSpPr>
        <p:spPr>
          <a:xfrm>
            <a:off x="9443884" y="5034117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gfp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F46A5-252F-6AAC-0300-233C45AFF5DD}"/>
              </a:ext>
            </a:extLst>
          </p:cNvPr>
          <p:cNvSpPr txBox="1"/>
          <p:nvPr/>
        </p:nvSpPr>
        <p:spPr>
          <a:xfrm>
            <a:off x="3298722" y="1991032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LacI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9AD73-680F-76AE-69A0-5D09A5AF5A79}"/>
              </a:ext>
            </a:extLst>
          </p:cNvPr>
          <p:cNvSpPr txBox="1"/>
          <p:nvPr/>
        </p:nvSpPr>
        <p:spPr>
          <a:xfrm>
            <a:off x="894735" y="6282813"/>
            <a:ext cx="326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Note: IPTG is a chemical input.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3E65C-2278-E8F3-ED86-EAAEA488A572}"/>
              </a:ext>
            </a:extLst>
          </p:cNvPr>
          <p:cNvSpPr txBox="1"/>
          <p:nvPr/>
        </p:nvSpPr>
        <p:spPr>
          <a:xfrm>
            <a:off x="2467896" y="155084"/>
            <a:ext cx="72562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IPTG reporter (extended)</a:t>
            </a:r>
          </a:p>
        </p:txBody>
      </p:sp>
    </p:spTree>
    <p:extLst>
      <p:ext uri="{BB962C8B-B14F-4D97-AF65-F5344CB8AC3E}">
        <p14:creationId xmlns:p14="http://schemas.microsoft.com/office/powerpoint/2010/main" val="102818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14585-91FB-E71D-BD0D-3EA758DD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51" y="379566"/>
            <a:ext cx="10383297" cy="5730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B09B2-E4BB-B2EA-4D25-4773EDE7FBC3}"/>
              </a:ext>
            </a:extLst>
          </p:cNvPr>
          <p:cNvSpPr txBox="1"/>
          <p:nvPr/>
        </p:nvSpPr>
        <p:spPr>
          <a:xfrm>
            <a:off x="9257071" y="5486402"/>
            <a:ext cx="668594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600" i="1" dirty="0"/>
              <a:t>gfp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17D1E-286D-F230-A55B-0F48198C7F6D}"/>
              </a:ext>
            </a:extLst>
          </p:cNvPr>
          <p:cNvSpPr txBox="1"/>
          <p:nvPr/>
        </p:nvSpPr>
        <p:spPr>
          <a:xfrm>
            <a:off x="2168013" y="6160068"/>
            <a:ext cx="708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LacI is supplied by the host cell; IPTG is a chemical input.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51DCC-5921-2DB4-3BDF-21B6D2252D4D}"/>
              </a:ext>
            </a:extLst>
          </p:cNvPr>
          <p:cNvSpPr txBox="1"/>
          <p:nvPr/>
        </p:nvSpPr>
        <p:spPr>
          <a:xfrm>
            <a:off x="-108155" y="3429000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IPTG reporter</a:t>
            </a:r>
          </a:p>
        </p:txBody>
      </p:sp>
    </p:spTree>
    <p:extLst>
      <p:ext uri="{BB962C8B-B14F-4D97-AF65-F5344CB8AC3E}">
        <p14:creationId xmlns:p14="http://schemas.microsoft.com/office/powerpoint/2010/main" val="369104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D25CA-2E8F-2248-5874-389F31FB9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74" y="0"/>
            <a:ext cx="1070585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A9B453-A89E-4D64-4A1D-64A9232974E6}"/>
              </a:ext>
            </a:extLst>
          </p:cNvPr>
          <p:cNvSpPr/>
          <p:nvPr/>
        </p:nvSpPr>
        <p:spPr>
          <a:xfrm>
            <a:off x="477520" y="1656080"/>
            <a:ext cx="5821680" cy="51003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0B5F9-D88F-5A61-1857-70A4EA1A18F1}"/>
              </a:ext>
            </a:extLst>
          </p:cNvPr>
          <p:cNvSpPr/>
          <p:nvPr/>
        </p:nvSpPr>
        <p:spPr>
          <a:xfrm>
            <a:off x="6666927" y="156660"/>
            <a:ext cx="4876144" cy="65997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0C83F-26F6-4178-B601-17EA50483CD8}"/>
              </a:ext>
            </a:extLst>
          </p:cNvPr>
          <p:cNvSpPr txBox="1"/>
          <p:nvPr/>
        </p:nvSpPr>
        <p:spPr>
          <a:xfrm>
            <a:off x="648929" y="831053"/>
            <a:ext cx="450735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Transcription →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90AE0-2FAD-6A43-7DF0-32850AA86943}"/>
              </a:ext>
            </a:extLst>
          </p:cNvPr>
          <p:cNvSpPr txBox="1"/>
          <p:nvPr/>
        </p:nvSpPr>
        <p:spPr>
          <a:xfrm>
            <a:off x="556261" y="1756696"/>
            <a:ext cx="14003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Sender cell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955DF-08BC-CFDD-C26F-1A7237FA347B}"/>
              </a:ext>
            </a:extLst>
          </p:cNvPr>
          <p:cNvSpPr txBox="1"/>
          <p:nvPr/>
        </p:nvSpPr>
        <p:spPr>
          <a:xfrm>
            <a:off x="9989575" y="258653"/>
            <a:ext cx="150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Receiver cell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0ECD1-84C6-C7AA-CF0F-7CBDE791117E}"/>
              </a:ext>
            </a:extLst>
          </p:cNvPr>
          <p:cNvSpPr txBox="1"/>
          <p:nvPr/>
        </p:nvSpPr>
        <p:spPr>
          <a:xfrm>
            <a:off x="3175819" y="6236531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luxI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5E9D0-5C63-098C-2FCC-49546861FC6F}"/>
              </a:ext>
            </a:extLst>
          </p:cNvPr>
          <p:cNvSpPr txBox="1"/>
          <p:nvPr/>
        </p:nvSpPr>
        <p:spPr>
          <a:xfrm>
            <a:off x="9212826" y="6308635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gfp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B766E-693D-3375-2828-BCB9DE55EC26}"/>
              </a:ext>
            </a:extLst>
          </p:cNvPr>
          <p:cNvSpPr txBox="1"/>
          <p:nvPr/>
        </p:nvSpPr>
        <p:spPr>
          <a:xfrm>
            <a:off x="2477727" y="2818417"/>
            <a:ext cx="648929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LuxI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82F29E-3EC7-76D5-2FB3-62E75DDC074D}"/>
              </a:ext>
            </a:extLst>
          </p:cNvPr>
          <p:cNvSpPr txBox="1"/>
          <p:nvPr/>
        </p:nvSpPr>
        <p:spPr>
          <a:xfrm>
            <a:off x="7497096" y="821221"/>
            <a:ext cx="722673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LuxR</a:t>
            </a:r>
          </a:p>
        </p:txBody>
      </p:sp>
    </p:spTree>
    <p:extLst>
      <p:ext uri="{BB962C8B-B14F-4D97-AF65-F5344CB8AC3E}">
        <p14:creationId xmlns:p14="http://schemas.microsoft.com/office/powerpoint/2010/main" val="124024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E3BFF-E1FC-7CA4-9C86-7919A0966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7" r="43397"/>
          <a:stretch>
            <a:fillRect/>
          </a:stretch>
        </p:blipFill>
        <p:spPr>
          <a:xfrm>
            <a:off x="2992581" y="931212"/>
            <a:ext cx="5112327" cy="5146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5EC2AE-C463-8FFF-BAE1-68719ECDF41A}"/>
              </a:ext>
            </a:extLst>
          </p:cNvPr>
          <p:cNvSpPr txBox="1"/>
          <p:nvPr/>
        </p:nvSpPr>
        <p:spPr>
          <a:xfrm>
            <a:off x="5997677" y="4719484"/>
            <a:ext cx="96356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i="1" dirty="0" err="1"/>
              <a:t>gfp</a:t>
            </a:r>
            <a:r>
              <a:rPr lang="en-GB" i="1" dirty="0"/>
              <a:t>-LVA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BFADF-A9EF-2F98-CCA7-EC0A53DD0A28}"/>
              </a:ext>
            </a:extLst>
          </p:cNvPr>
          <p:cNvSpPr txBox="1"/>
          <p:nvPr/>
        </p:nvSpPr>
        <p:spPr>
          <a:xfrm>
            <a:off x="4182229" y="4611762"/>
            <a:ext cx="134355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luxPRcI-OR1 promoter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1CD17C-C518-B7C3-1B4A-825276464D95}"/>
              </a:ext>
            </a:extLst>
          </p:cNvPr>
          <p:cNvSpPr/>
          <p:nvPr/>
        </p:nvSpPr>
        <p:spPr>
          <a:xfrm>
            <a:off x="1484671" y="4542503"/>
            <a:ext cx="2802194" cy="1052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3121AF-F4EF-8057-CB3E-2E2F51D376E4}"/>
              </a:ext>
            </a:extLst>
          </p:cNvPr>
          <p:cNvSpPr/>
          <p:nvPr/>
        </p:nvSpPr>
        <p:spPr>
          <a:xfrm>
            <a:off x="4794789" y="5400762"/>
            <a:ext cx="2802194" cy="10520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9E548-6976-617B-4570-79B4D49FA77D}"/>
              </a:ext>
            </a:extLst>
          </p:cNvPr>
          <p:cNvSpPr txBox="1"/>
          <p:nvPr/>
        </p:nvSpPr>
        <p:spPr>
          <a:xfrm>
            <a:off x="3528216" y="5672650"/>
            <a:ext cx="493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CI-LVA protein is supplied upstream from within the host.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40FAC-BE9B-E470-153B-06022EC0C945}"/>
              </a:ext>
            </a:extLst>
          </p:cNvPr>
          <p:cNvSpPr txBox="1"/>
          <p:nvPr/>
        </p:nvSpPr>
        <p:spPr>
          <a:xfrm>
            <a:off x="3126658" y="98323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Inverter</a:t>
            </a:r>
          </a:p>
        </p:txBody>
      </p:sp>
    </p:spTree>
    <p:extLst>
      <p:ext uri="{BB962C8B-B14F-4D97-AF65-F5344CB8AC3E}">
        <p14:creationId xmlns:p14="http://schemas.microsoft.com/office/powerpoint/2010/main" val="222685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E6CA4-41FD-42F0-3014-2E4AF6338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55" y="870584"/>
            <a:ext cx="10854490" cy="54590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2738CF-D5CF-F7D6-12F7-E01DCB5811B4}"/>
              </a:ext>
            </a:extLst>
          </p:cNvPr>
          <p:cNvSpPr/>
          <p:nvPr/>
        </p:nvSpPr>
        <p:spPr>
          <a:xfrm>
            <a:off x="235975" y="324465"/>
            <a:ext cx="11611896" cy="636147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62A0F-E7A1-5536-6EAF-31192BA34E45}"/>
              </a:ext>
            </a:extLst>
          </p:cNvPr>
          <p:cNvSpPr txBox="1"/>
          <p:nvPr/>
        </p:nvSpPr>
        <p:spPr>
          <a:xfrm>
            <a:off x="10555667" y="412859"/>
            <a:ext cx="14003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Host cell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571E9-B39A-1C02-97AA-4A6587470A41}"/>
              </a:ext>
            </a:extLst>
          </p:cNvPr>
          <p:cNvSpPr/>
          <p:nvPr/>
        </p:nvSpPr>
        <p:spPr>
          <a:xfrm>
            <a:off x="477520" y="870584"/>
            <a:ext cx="5333345" cy="5559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28E384-E059-1AA8-5662-99FB4192FCEC}"/>
              </a:ext>
            </a:extLst>
          </p:cNvPr>
          <p:cNvSpPr/>
          <p:nvPr/>
        </p:nvSpPr>
        <p:spPr>
          <a:xfrm>
            <a:off x="6352213" y="870583"/>
            <a:ext cx="5333345" cy="555971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18E97-0247-6083-04AE-3D9FEBC9C85B}"/>
              </a:ext>
            </a:extLst>
          </p:cNvPr>
          <p:cNvSpPr txBox="1"/>
          <p:nvPr/>
        </p:nvSpPr>
        <p:spPr>
          <a:xfrm>
            <a:off x="668754" y="997879"/>
            <a:ext cx="16811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Gate plasmid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7C7C1-B933-1ECD-1A17-5C33A63CCEE2}"/>
              </a:ext>
            </a:extLst>
          </p:cNvPr>
          <p:cNvSpPr txBox="1"/>
          <p:nvPr/>
        </p:nvSpPr>
        <p:spPr>
          <a:xfrm>
            <a:off x="9773265" y="997879"/>
            <a:ext cx="19122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Reporter plasmid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062CF-F62F-CAC1-EF16-CD767E973F89}"/>
              </a:ext>
            </a:extLst>
          </p:cNvPr>
          <p:cNvSpPr txBox="1"/>
          <p:nvPr/>
        </p:nvSpPr>
        <p:spPr>
          <a:xfrm>
            <a:off x="3125668" y="320771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NOR gate</a:t>
            </a:r>
          </a:p>
        </p:txBody>
      </p:sp>
    </p:spTree>
    <p:extLst>
      <p:ext uri="{BB962C8B-B14F-4D97-AF65-F5344CB8AC3E}">
        <p14:creationId xmlns:p14="http://schemas.microsoft.com/office/powerpoint/2010/main" val="173456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6FC29E-DE26-E681-3779-65600138B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130" y="960097"/>
            <a:ext cx="8809740" cy="4720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38EF52-D94A-192A-91FF-CDEC3902B883}"/>
              </a:ext>
            </a:extLst>
          </p:cNvPr>
          <p:cNvSpPr txBox="1"/>
          <p:nvPr/>
        </p:nvSpPr>
        <p:spPr>
          <a:xfrm>
            <a:off x="3126658" y="98323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Toggle switch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32F3F-09FC-FAC2-83F0-28770278A4B1}"/>
              </a:ext>
            </a:extLst>
          </p:cNvPr>
          <p:cNvSpPr txBox="1"/>
          <p:nvPr/>
        </p:nvSpPr>
        <p:spPr>
          <a:xfrm>
            <a:off x="3451123" y="5329219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CI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1C0FD-E070-3523-F22C-829405F01DCC}"/>
              </a:ext>
            </a:extLst>
          </p:cNvPr>
          <p:cNvSpPr txBox="1"/>
          <p:nvPr/>
        </p:nvSpPr>
        <p:spPr>
          <a:xfrm>
            <a:off x="9080091" y="5181874"/>
            <a:ext cx="66859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lac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D76D6A-D8C0-25DF-876E-D86867122723}"/>
              </a:ext>
            </a:extLst>
          </p:cNvPr>
          <p:cNvSpPr txBox="1"/>
          <p:nvPr/>
        </p:nvSpPr>
        <p:spPr>
          <a:xfrm>
            <a:off x="1445342" y="6046839"/>
            <a:ext cx="880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adding IPTG would inhibit LacI, causing the cell to flood with CI protein.</a:t>
            </a:r>
          </a:p>
        </p:txBody>
      </p:sp>
    </p:spTree>
    <p:extLst>
      <p:ext uri="{BB962C8B-B14F-4D97-AF65-F5344CB8AC3E}">
        <p14:creationId xmlns:p14="http://schemas.microsoft.com/office/powerpoint/2010/main" val="205843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1EC097-3218-BAC0-BE28-1C811BC66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24" y="245806"/>
            <a:ext cx="6628351" cy="5931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CB843C-8E09-3551-AD12-B921B5320C3C}"/>
              </a:ext>
            </a:extLst>
          </p:cNvPr>
          <p:cNvSpPr txBox="1"/>
          <p:nvPr/>
        </p:nvSpPr>
        <p:spPr>
          <a:xfrm>
            <a:off x="6626942" y="5928852"/>
            <a:ext cx="35396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i="1" dirty="0"/>
              <a:t>CI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A3AA5-2B3E-3E55-7693-250A39F96A25}"/>
              </a:ext>
            </a:extLst>
          </p:cNvPr>
          <p:cNvSpPr txBox="1"/>
          <p:nvPr/>
        </p:nvSpPr>
        <p:spPr>
          <a:xfrm>
            <a:off x="8460658" y="2883943"/>
            <a:ext cx="4277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i="1" dirty="0"/>
              <a:t>lac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923FC-1861-810F-C8BE-B014F5C469DD}"/>
              </a:ext>
            </a:extLst>
          </p:cNvPr>
          <p:cNvSpPr txBox="1"/>
          <p:nvPr/>
        </p:nvSpPr>
        <p:spPr>
          <a:xfrm>
            <a:off x="3790335" y="2962599"/>
            <a:ext cx="6145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i="1" dirty="0"/>
              <a:t>tetR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1AC63-FCAE-B67B-5159-68382B8938D6}"/>
              </a:ext>
            </a:extLst>
          </p:cNvPr>
          <p:cNvSpPr txBox="1"/>
          <p:nvPr/>
        </p:nvSpPr>
        <p:spPr>
          <a:xfrm>
            <a:off x="3701845" y="1073711"/>
            <a:ext cx="6145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TetR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69EFD-D107-1DD4-8F39-DCC1E71FE885}"/>
              </a:ext>
            </a:extLst>
          </p:cNvPr>
          <p:cNvSpPr txBox="1"/>
          <p:nvPr/>
        </p:nvSpPr>
        <p:spPr>
          <a:xfrm>
            <a:off x="8303340" y="669771"/>
            <a:ext cx="6145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TetR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A291D-DBBE-A826-BFF2-A5226A7CA2E0}"/>
              </a:ext>
            </a:extLst>
          </p:cNvPr>
          <p:cNvSpPr txBox="1"/>
          <p:nvPr/>
        </p:nvSpPr>
        <p:spPr>
          <a:xfrm>
            <a:off x="8273844" y="661936"/>
            <a:ext cx="61451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LacI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1BA11-1CBA-3624-F764-517BAB019187}"/>
              </a:ext>
            </a:extLst>
          </p:cNvPr>
          <p:cNvSpPr txBox="1"/>
          <p:nvPr/>
        </p:nvSpPr>
        <p:spPr>
          <a:xfrm>
            <a:off x="-422788" y="5497965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Repressilator</a:t>
            </a:r>
          </a:p>
        </p:txBody>
      </p:sp>
    </p:spTree>
    <p:extLst>
      <p:ext uri="{BB962C8B-B14F-4D97-AF65-F5344CB8AC3E}">
        <p14:creationId xmlns:p14="http://schemas.microsoft.com/office/powerpoint/2010/main" val="234987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B3B33-5435-CD7B-BF2C-A328F2AA8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169" y="897068"/>
            <a:ext cx="5912932" cy="5063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D12A5-6653-6F3A-BD8A-DCDB78BCC421}"/>
              </a:ext>
            </a:extLst>
          </p:cNvPr>
          <p:cNvSpPr txBox="1"/>
          <p:nvPr/>
        </p:nvSpPr>
        <p:spPr>
          <a:xfrm>
            <a:off x="4803058" y="5552272"/>
            <a:ext cx="1106130" cy="3847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900" i="1" dirty="0"/>
              <a:t>tetR-gfp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13F74-100A-3DDB-D502-C24EB971AA4A}"/>
              </a:ext>
            </a:extLst>
          </p:cNvPr>
          <p:cNvSpPr txBox="1"/>
          <p:nvPr/>
        </p:nvSpPr>
        <p:spPr>
          <a:xfrm>
            <a:off x="2861188" y="6204155"/>
            <a:ext cx="6715432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</a:t>
            </a:r>
            <a:r>
              <a:rPr lang="en-GB" dirty="0" err="1"/>
              <a:t>aTc</a:t>
            </a:r>
            <a:r>
              <a:rPr lang="en-GB" dirty="0"/>
              <a:t> is external input.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5248F-7CEC-E036-39D0-04E6BA9DF85B}"/>
              </a:ext>
            </a:extLst>
          </p:cNvPr>
          <p:cNvSpPr txBox="1"/>
          <p:nvPr/>
        </p:nvSpPr>
        <p:spPr>
          <a:xfrm>
            <a:off x="3126658" y="98323"/>
            <a:ext cx="5340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/>
              <a:t>Autoregulation</a:t>
            </a:r>
          </a:p>
        </p:txBody>
      </p:sp>
    </p:spTree>
    <p:extLst>
      <p:ext uri="{BB962C8B-B14F-4D97-AF65-F5344CB8AC3E}">
        <p14:creationId xmlns:p14="http://schemas.microsoft.com/office/powerpoint/2010/main" val="37448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Widescreen</PresentationFormat>
  <Paragraphs>43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Rimkute (PGR)</dc:creator>
  <cp:lastModifiedBy>Regina Rimkute (PGR)</cp:lastModifiedBy>
  <cp:revision>3</cp:revision>
  <dcterms:created xsi:type="dcterms:W3CDTF">2026-10-15T13:00:32Z</dcterms:created>
  <dcterms:modified xsi:type="dcterms:W3CDTF">2026-10-19T16:31:46Z</dcterms:modified>
</cp:coreProperties>
</file>